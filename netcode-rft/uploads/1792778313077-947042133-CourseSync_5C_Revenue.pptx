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F3C7E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F3C7E"/>
                </a:solidFill>
                <a:latin typeface="Calibri"/>
              </a:rPr>
              <a:t>Monthly Revenue by Source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Commission</c:v>
                  </c:pt>
                  <c:pt idx="1">
                    <c:v>Premium
Subscription</c:v>
                  </c:pt>
                  <c:pt idx="2">
                    <c:v>Advertisements</c:v>
                  </c:pt>
                  <c:pt idx="3">
                    <c:v>Featured
Profiles</c:v>
                  </c:pt>
                  <c:pt idx="4">
                    <c:v>Certification</c:v>
                  </c:pt>
                  <c:pt idx="5">
                    <c:v>Verification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300000</c:v>
                </c:pt>
                <c:pt idx="1">
                  <c:v>200000</c:v>
                </c:pt>
                <c:pt idx="2">
                  <c:v>100000</c:v>
                </c:pt>
                <c:pt idx="3">
                  <c:v>75000</c:v>
                </c:pt>
                <c:pt idx="4">
                  <c:v>75000</c:v>
                </c:pt>
                <c:pt idx="5">
                  <c:v>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C's Analysis — Course Sync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17236" cy="4846320"/>
          </a:xfrm>
          <a:prstGeom prst="roundRect">
            <a:avLst>
              <a:gd name="adj" fmla="val 2264"/>
            </a:avLst>
          </a:prstGeom>
          <a:solidFill>
            <a:srgbClr val="F4F5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771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Sync is an AI-powered creator collaboration marketplace.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content creators with verified professionals: editors, thumbnail designers, photographers, script writers, camera operators.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value: verified profiles, AI-based matching, genuine skill ratings, portfolio quality evaluation, secure hiring.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 niche, trust-first alternative to general freelancing sites.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3076" y="1463040"/>
            <a:ext cx="5317236" cy="4846320"/>
          </a:xfrm>
          <a:prstGeom prst="roundRect">
            <a:avLst>
              <a:gd name="adj" fmla="val 2264"/>
            </a:avLst>
          </a:prstGeom>
          <a:solidFill>
            <a:srgbClr val="F4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643116" y="17830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64311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7328916" y="1783080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43116" y="2514600"/>
            <a:ext cx="46771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YouTubers, Instagram creators, influencers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editors, thumbnail designers, camera operators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designers, script writers, animators, photographers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small businesses, advertising agencies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creators, podcast creators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C's Analysis — Course Sync (contd.)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53384" cy="4846320"/>
          </a:xfrm>
          <a:prstGeom prst="roundRect">
            <a:avLst>
              <a:gd name="adj" fmla="val 3177"/>
            </a:avLst>
          </a:prstGeom>
          <a:solidFill>
            <a:srgbClr val="F4F5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047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Fiverr, Upwork, Freelancer.com dominate general freelancing.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Sync differentiates via: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Creator-economy-specific search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&amp; skill-based ratings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quality analysis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professionals only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7784" y="1463040"/>
            <a:ext cx="3453384" cy="4846320"/>
          </a:xfrm>
          <a:prstGeom prst="roundRect">
            <a:avLst>
              <a:gd name="adj" fmla="val 3177"/>
            </a:avLst>
          </a:prstGeom>
          <a:solidFill>
            <a:srgbClr val="F4F5FA"/>
          </a:solidFill>
          <a:ln/>
        </p:spPr>
      </p:sp>
      <p:sp>
        <p:nvSpPr>
          <p:cNvPr id="9" name="Shape 7"/>
          <p:cNvSpPr/>
          <p:nvPr/>
        </p:nvSpPr>
        <p:spPr>
          <a:xfrm>
            <a:off x="4642104" y="17373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64210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596384" y="237744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2104" y="2880360"/>
            <a:ext cx="29047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partnerships: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Adobe, Canva, CapCut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Logitech &amp; camera brands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revenue from partner tools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&amp; cloud hosting partners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6928" y="1463040"/>
            <a:ext cx="3453384" cy="4846320"/>
          </a:xfrm>
          <a:prstGeom prst="roundRect">
            <a:avLst>
              <a:gd name="adj" fmla="val 3177"/>
            </a:avLst>
          </a:prstGeom>
          <a:solidFill>
            <a:srgbClr val="F4F5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1248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4612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415528" y="237744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61248" y="2880360"/>
            <a:ext cx="29047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Booming creator economy in India (YouTube, Instagram).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demand for skilled freelance creative talent.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distrust of fake portfolios industry-wide.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Favours verification-first, niche platforms.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 — Core Streams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53384" cy="4846320"/>
          </a:xfrm>
          <a:prstGeom prst="roundRect">
            <a:avLst>
              <a:gd name="adj" fmla="val 3177"/>
            </a:avLst>
          </a:prstGeom>
          <a:solidFill>
            <a:srgbClr val="F4F5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Commission-Based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04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whenever a creator hires through the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₹5,000 job → 10% commission = ₹500 to Course Sync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recurring source of income tied to every successful hire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7784" y="1463040"/>
            <a:ext cx="3453384" cy="4846320"/>
          </a:xfrm>
          <a:prstGeom prst="roundRect">
            <a:avLst>
              <a:gd name="adj" fmla="val 3177"/>
            </a:avLst>
          </a:prstGeom>
          <a:solidFill>
            <a:srgbClr val="F4F5FA"/>
          </a:solidFill>
          <a:ln/>
        </p:spPr>
      </p:sp>
      <p:sp>
        <p:nvSpPr>
          <p:cNvPr id="9" name="Shape 7"/>
          <p:cNvSpPr/>
          <p:nvPr/>
        </p:nvSpPr>
        <p:spPr>
          <a:xfrm>
            <a:off x="4642104" y="17373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64210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596384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Subscription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2104" y="3154680"/>
            <a:ext cx="2904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Creators: ₹299/month or ₹2,999/year — unlimited requests, AI recommendations, priority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Freelancers: ₹199/month — higher search ranking, verified badge, better analytics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6928" y="1463040"/>
            <a:ext cx="3453384" cy="4846320"/>
          </a:xfrm>
          <a:prstGeom prst="roundRect">
            <a:avLst>
              <a:gd name="adj" fmla="val 3177"/>
            </a:avLst>
          </a:prstGeom>
          <a:solidFill>
            <a:srgbClr val="F4F5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1248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4612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415528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Profile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61248" y="3154680"/>
            <a:ext cx="2904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pay to appear at the top of search results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₹499 for one week of featured visibility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client reach for paying freelancers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 — Additional Streams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62302" cy="4846320"/>
          </a:xfrm>
          <a:prstGeom prst="roundRect">
            <a:avLst>
              <a:gd name="adj" fmla="val 5592"/>
            </a:avLst>
          </a:prstGeom>
          <a:solidFill>
            <a:srgbClr val="F4F5FA"/>
          </a:solidFill>
          <a:ln/>
        </p:spPr>
      </p:sp>
      <p:sp>
        <p:nvSpPr>
          <p:cNvPr id="4" name="Shape 2"/>
          <p:cNvSpPr/>
          <p:nvPr/>
        </p:nvSpPr>
        <p:spPr>
          <a:xfrm>
            <a:off x="1278331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278331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59654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mic, editing-software &amp; laptop brands advertise to creators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0982" y="1463040"/>
            <a:ext cx="1962302" cy="4846320"/>
          </a:xfrm>
          <a:prstGeom prst="roundRect">
            <a:avLst>
              <a:gd name="adj" fmla="val 5592"/>
            </a:avLst>
          </a:prstGeom>
          <a:solidFill>
            <a:srgbClr val="F4F5FA"/>
          </a:solidFill>
          <a:ln/>
        </p:spPr>
      </p:sp>
      <p:sp>
        <p:nvSpPr>
          <p:cNvPr id="9" name="Shape 7"/>
          <p:cNvSpPr/>
          <p:nvPr/>
        </p:nvSpPr>
        <p:spPr>
          <a:xfrm>
            <a:off x="3560674" y="17373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356067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2968142" y="2377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Fee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13862" y="3108960"/>
            <a:ext cx="159654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₹199 fee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boosts trust &amp; ranking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13325" y="1463040"/>
            <a:ext cx="1962302" cy="4846320"/>
          </a:xfrm>
          <a:prstGeom prst="roundRect">
            <a:avLst>
              <a:gd name="adj" fmla="val 5592"/>
            </a:avLst>
          </a:prstGeom>
          <a:solidFill>
            <a:srgbClr val="F4F5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3016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58430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250485" y="2377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Certification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96205" y="3108960"/>
            <a:ext cx="159654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assessments (e.g. Video Editing)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fee: ₹399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"Certified" badge on pass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95667" y="1463040"/>
            <a:ext cx="1962302" cy="4846320"/>
          </a:xfrm>
          <a:prstGeom prst="roundRect">
            <a:avLst>
              <a:gd name="adj" fmla="val 5592"/>
            </a:avLst>
          </a:prstGeom>
          <a:solidFill>
            <a:srgbClr val="F4F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5358" y="173736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8"/>
          <p:cNvSpPr/>
          <p:nvPr/>
        </p:nvSpPr>
        <p:spPr>
          <a:xfrm>
            <a:off x="812535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7532827" y="2377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Portfolio Review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78547" y="3108960"/>
            <a:ext cx="159654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quality, creativity &amp; professionalism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 per review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78010" y="1463040"/>
            <a:ext cx="1962302" cy="4846320"/>
          </a:xfrm>
          <a:prstGeom prst="roundRect">
            <a:avLst>
              <a:gd name="adj" fmla="val 5592"/>
            </a:avLst>
          </a:prstGeom>
          <a:solidFill>
            <a:srgbClr val="F4F5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07701" y="17373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10407701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9815170" y="2377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Revenue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60890" y="3108960"/>
            <a:ext cx="159654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links with Adobe, Canva, CapCut, camera brands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referred purchases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 — Monthly Snapshot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4F5FA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₹8,00,000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818120" y="310896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4F5FA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9244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₹6,00,000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818120" y="475488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4F5FA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2440" y="5257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₹2,00,000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2026-07-22T07:52:54Z</dcterms:created>
  <dcterms:modified xsi:type="dcterms:W3CDTF">2026-07-22T07:52:54Z</dcterms:modified>
</cp:coreProperties>
</file>